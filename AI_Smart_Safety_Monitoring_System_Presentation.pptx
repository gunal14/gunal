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Smart Safety Monitoring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Industrial Safety using OpenCV and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monitoring may miss safety violations.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workers</a:t>
            </a:r>
          </a:p>
          <a:p>
            <a:r>
              <a:t>Detect helmets</a:t>
            </a:r>
          </a:p>
          <a:p>
            <a:r>
              <a:t>Generate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OpenCV</a:t>
            </a:r>
          </a:p>
          <a:p>
            <a:r>
              <a:t>AI Object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Camera → Processing → Detection → Alert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Alert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Worker detected without helmet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monitoring</a:t>
            </a:r>
          </a:p>
          <a:p>
            <a:r>
              <a:t>Reduced accidents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factories</a:t>
            </a:r>
          </a:p>
          <a:p>
            <a:r>
              <a:t>IoT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can improve industrial safety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